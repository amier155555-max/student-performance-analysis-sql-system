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2C3789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7308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B84B"/>
                </a:solidFill>
              </a:rPr>
              <a:t>PROJECT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Factors Influencing Student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Performance with SQL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</a:rPr>
              <a:t>A data-driven analytical platform that ingests, cleans, models, and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</a:rPr>
              <a:t>queries educational data to surface the factors that most affect grades.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D0"/>
                </a:solidFill>
              </a:rPr>
              <a:t>Data Collection  •  Analysis  •  Deployment  •  Automation  •  Reporting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Project Overview &amp;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5836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22283A"/>
                </a:solidFill>
              </a:rPr>
              <a:t>Ingest and preprocess educational datasets into a structured relational database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22283A"/>
                </a:solidFill>
              </a:rPr>
              <a:t>Identify key variables impacting student grades — study time, attendance, background factors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22283A"/>
                </a:solidFill>
              </a:rPr>
              <a:t>Develop analytical SQL queries for hypothesis testing and performance benchmarking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22283A"/>
                </a:solidFill>
              </a:rPr>
              <a:t>Automate analytical workflows for data freshness and consistent reporting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1463040"/>
            <a:ext cx="4114800" cy="448056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</a:rPr>
              <a:t>SCOPE OF 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2194560"/>
            <a:ext cx="3566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Data Management: loading, exploring, cleaning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System Development: analytical queries + stored procedures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Automation: nightly runs + pipeline monitoring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Project 6 — Factors Influencing Student Performance with SQL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Database Schema (ERD)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8191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student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834640" y="15819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</a:rPr>
              <a:t>school, sex, age, address, internet, absences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514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family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25146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</a:rPr>
              <a:t>guardian, education (medu/fedu), family support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374136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44728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enrollment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34472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</a:rPr>
              <a:t>reason, travel time, school support, paid classes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306824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37997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study_behavior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34640" y="437997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</a:rPr>
              <a:t>study time, failures, free time, alcohol use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239512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31266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grade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34640" y="53126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</a:rPr>
              <a:t>G1 / G2 / G3 scores by grading period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589520" y="1508760"/>
            <a:ext cx="4023360" cy="4663440"/>
          </a:xfrm>
          <a:prstGeom prst="roundRect">
            <a:avLst>
              <a:gd name="adj" fmla="val 2273"/>
            </a:avLst>
          </a:prstGeom>
          <a:solidFill>
            <a:srgbClr val="EEF1FB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</a:rPr>
              <a:t>NORMALIZATION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63840" y="214884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6454F"/>
                </a:solidFill>
              </a:rPr>
              <a:t>Raw uploads are automatically split into five normalized tables via schema_mapper.py, matching the ERD in 04-System_Analysis_and_Design. Lookup tables (school, job_type, reason_type, guardian_type) keep categorical values consistent and query-efficient.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Project 6 — Factors Influencing Student Performance with SQL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From Raw File to Insight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Upload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8600" y="2606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6454F"/>
                </a:solidFill>
              </a:rPr>
              <a:t>Client drops a CSV/TSV/Excel file into the web GUI.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06324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Clean &amp; Load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63240" y="2606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6454F"/>
                </a:solidFill>
              </a:rPr>
              <a:t>Standardize columns, remove duplicates, fill missing values, cap outliers.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89788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Store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97880" y="2606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6454F"/>
                </a:solidFill>
              </a:rPr>
              <a:t>Cleaned data is normalized into the relational schema (SQLite / PostgreSQL).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5256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0525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73252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Analyze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32520" y="2606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6454F"/>
                </a:solidFill>
              </a:rPr>
              <a:t>Fixed SQL queries test each hypothesis and render as dashboard charts.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1097280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617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B84B"/>
                </a:solidFill>
              </a:rPr>
              <a:t>Tech Stack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983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Backend: Flask (Python)     •     Frontend: Jinja2 + Chart.js     •     Database: SQLite (demo) / PostgreSQL (production)     •     Version control: GitHub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Project 6 — Factors Influencing Student Performance with SQL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</a:rPr>
              <a:t>MILESTONE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Hypotheses Tested with SQL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9728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Study time vs. final grade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212080" y="150876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</a:rPr>
              <a:t>More weekly study hours → higher G3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10972800" cy="566928"/>
          </a:xfrm>
          <a:prstGeom prst="rect">
            <a:avLst/>
          </a:prstGeom>
          <a:solidFill>
            <a:srgbClr val="EEF1F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7568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Absences vs. final grade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212080" y="207568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</a:rPr>
              <a:t>More absences → lower G3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42616"/>
            <a:ext cx="109728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4261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Parental education vs. grade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212080" y="2642616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</a:rPr>
              <a:t>Higher mother's education → higher G3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09544"/>
            <a:ext cx="10972800" cy="566928"/>
          </a:xfrm>
          <a:prstGeom prst="rect">
            <a:avLst/>
          </a:prstGeom>
          <a:solidFill>
            <a:srgbClr val="EEF1F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0954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Weekend alcohol use vs. grade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12080" y="3209544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</a:rPr>
              <a:t>Higher consumption → lower G3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76472"/>
            <a:ext cx="109728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7647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Internet access vs. grade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12080" y="377647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</a:rPr>
              <a:t>Home internet access → higher average G3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0972800" cy="566928"/>
          </a:xfrm>
          <a:prstGeom prst="rect">
            <a:avLst/>
          </a:prstGeom>
          <a:solidFill>
            <a:srgbClr val="EEF1F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3434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Extra school support vs. grade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212080" y="434340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</a:rPr>
              <a:t>Support recipients show grade catch-up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910328"/>
            <a:ext cx="109728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91032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Past failures vs. grade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12080" y="491032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</a:rPr>
              <a:t>More past failures → lower G3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477256"/>
            <a:ext cx="10972800" cy="566928"/>
          </a:xfrm>
          <a:prstGeom prst="rect">
            <a:avLst/>
          </a:prstGeom>
          <a:solidFill>
            <a:srgbClr val="EEF1F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47725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Grade trend (G1→G2→G3)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212080" y="5477256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</a:rPr>
              <a:t>Consistency check across grading periods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Project 6 — Factors Influencing Student Performance with SQL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</a:rPr>
              <a:t>MILESTONES 3 &amp;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Deployment, Automation &amp; Monitoring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</a:rPr>
              <a:t>STORED PROCEDURES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</a:rPr>
              <a:t>One procedure per hypothesis test (sp_studytime_vs_grade, sp_absences_vs_grade, ...)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</a:rPr>
              <a:t>sp_run_all_analyses() runs the full batch in one call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</a:rPr>
              <a:t>Every run logged: start/end time, row count, success or failure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</a:rPr>
              <a:t>Results persisted to analysis_results for instant dashboard reads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737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B84B"/>
                </a:solidFill>
              </a:rPr>
              <a:t>NIGHTLY AUTOMATION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</a:rPr>
              <a:t>nightly_job.py runs the full analysis batch on a schedule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</a:rPr>
              <a:t>Cron, systemd timer, or CI/CD examples included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</a:rPr>
              <a:t>Timestamped JSON report + log file per run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</a:rPr>
              <a:t>Exit codes (0/1/2) let the scheduler alert on failure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Project 6 — Factors Influencing Student Performance with SQL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</a:rPr>
              <a:t>MILESTONE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Testing &amp; Quality Assurance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2651760" cy="73152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Unit Testing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6454F"/>
                </a:solidFill>
              </a:rPr>
              <a:t>Individual SQL queries, cleaning pipeline, and DB layer validated in isolation.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600200"/>
            <a:ext cx="2651760" cy="73152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Integration Testing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42316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6454F"/>
                </a:solidFill>
              </a:rPr>
              <a:t>Backend correctly interfaces with the database across the full upload → clean → analyze flow.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600200"/>
            <a:ext cx="2651760" cy="73152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Performance Testing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42316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6454F"/>
                </a:solidFill>
              </a:rPr>
              <a:t>Analytics engine stress-tested against the full sample dataset.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15400" y="160020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1600200"/>
            <a:ext cx="2651760" cy="73152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User Acceptance Testing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98280" y="242316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6454F"/>
                </a:solidFill>
              </a:rPr>
              <a:t>Dashboard verified against educational stakeholder needs.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Project 6 — Factors Influencing Student Performance with SQL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2C378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Factors Influencing Student Performance with SQL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A6D0"/>
                </a:solidFill>
              </a:rPr>
              <a:t>Full source, diagrams, stored procedures, and automation scripts are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A6D0"/>
                </a:solidFill>
              </a:rPr>
              <a:t>available in the project repository.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Factors Influencing Student Performance with SQL</dc:title>
  <dc:subject>PptxGenJS Presentation</dc:subject>
  <dc:creator>Project 6 Team</dc:creator>
  <cp:lastModifiedBy>Project 6 Team</cp:lastModifiedBy>
  <cp:revision>1</cp:revision>
  <dcterms:created xsi:type="dcterms:W3CDTF">2026-07-01T19:28:17Z</dcterms:created>
  <dcterms:modified xsi:type="dcterms:W3CDTF">2026-07-01T19:28:17Z</dcterms:modified>
</cp:coreProperties>
</file>